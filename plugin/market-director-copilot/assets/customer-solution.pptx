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80000"/>
          </a:xfrm>
          <a:prstGeom prst="rect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72126"/>
                </a:solidFill>
                <a:latin typeface="Microsoft YaHei"/>
              </a:rPr>
              <a:t>客户解决方案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5747C"/>
                </a:solidFill>
                <a:latin typeface="Microsoft YaHei"/>
              </a:rPr>
              <a:t>[主题或一句话结论]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47C"/>
                </a:solidFill>
                <a:latin typeface="Microsoft YaHei"/>
              </a:rPr>
              <a:t>[汇报对象]  |  [日期]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147D64"/>
                </a:solidFill>
                <a:latin typeface="Microsoft YaHei"/>
              </a:rPr>
              <a:t>MARKET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47D64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875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8FAFB"/>
                </a:solidFill>
                <a:latin typeface="Microsoft YaHei"/>
              </a:rPr>
              <a:t>[章节标题]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326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7EFEE"/>
                </a:solidFill>
                <a:latin typeface="Microsoft YaHei"/>
              </a:rPr>
              <a:t>[这一章节要回答的问题]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72126"/>
                </a:solidFill>
                <a:latin typeface="Microsoft YaHei"/>
              </a:rPr>
              <a:t>[结论式页面标题]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47C"/>
                </a:solidFill>
                <a:latin typeface="Microsoft YaHei"/>
              </a:rPr>
              <a:t>[一句话说明本页为什么重要]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5747C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45368" cy="22860"/>
          </a:xfrm>
          <a:prstGeom prst="rect">
            <a:avLst/>
          </a:prstGeom>
          <a:solidFill>
            <a:srgbClr val="E7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72126"/>
                </a:solidFill>
                <a:latin typeface="Microsoft YaHei"/>
              </a:rPr>
              <a:t>[主要证据或图表区域]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33472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126"/>
                </a:solidFill>
                <a:latin typeface="Microsoft YaHei"/>
              </a:rPr>
              <a:t>[关键事实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2047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13175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126"/>
                </a:solidFill>
                <a:latin typeface="Microsoft YaHei"/>
              </a:rPr>
              <a:t>[关键事实 2]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30623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1751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126"/>
                </a:solidFill>
                <a:latin typeface="Microsoft YaHei"/>
              </a:rPr>
              <a:t>[关键事实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087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E7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126"/>
                </a:solidFill>
                <a:latin typeface="Microsoft YaHei"/>
              </a:rPr>
              <a:t>管理含义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587752"/>
            <a:ext cx="82296" cy="82296"/>
          </a:xfrm>
          <a:prstGeom prst="ellipse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468880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126"/>
                </a:solidFill>
                <a:latin typeface="Microsoft YaHei"/>
              </a:rPr>
              <a:t>[判断]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508248"/>
            <a:ext cx="82296" cy="82296"/>
          </a:xfrm>
          <a:prstGeom prst="ellipse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389376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126"/>
                </a:solidFill>
                <a:latin typeface="Microsoft YaHei"/>
              </a:rPr>
              <a:t>[建议行动]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4428744"/>
            <a:ext cx="82296" cy="82296"/>
          </a:xfrm>
          <a:prstGeom prst="ellipse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4309872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126"/>
                </a:solidFill>
                <a:latin typeface="Microsoft YaHei"/>
              </a:rPr>
              <a:t>[责任人与期限]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47C"/>
                </a:solidFill>
                <a:latin typeface="Microsoft YaHei"/>
              </a:rPr>
              <a:t>来源：[文件或链接]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72126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65747C"/>
                </a:solidFill>
                <a:latin typeface="Microsoft YaHei"/>
              </a:rPr>
              <a:t>[需要确认的决策与行动]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62072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126"/>
                </a:solidFill>
                <a:latin typeface="Microsoft YaHei"/>
              </a:rPr>
              <a:t>[行动 1]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30168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126"/>
                </a:solidFill>
                <a:latin typeface="Microsoft YaHei"/>
              </a:rPr>
              <a:t>[行动 2]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79392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126"/>
                </a:solidFill>
                <a:latin typeface="Microsoft YaHei"/>
              </a:rPr>
              <a:t>[行动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39496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47D64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客户解决方案</dc:title>
  <dc:subject>可编辑市场演示文稿模板</dc:subject>
  <dc:creator>市场总监工作台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