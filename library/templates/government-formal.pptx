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80000"/>
          </a:xfrm>
          <a:prstGeom prst="rect">
            <a:avLst/>
          </a:prstGeom>
          <a:solidFill>
            <a:srgbClr val="A6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98755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A1A1A"/>
                </a:solidFill>
                <a:latin typeface="Microsoft YaHei"/>
              </a:rPr>
              <a:t>地方政府合作方案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96012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6D625E"/>
                </a:solidFill>
                <a:latin typeface="Microsoft YaHei"/>
              </a:rPr>
              <a:t>[主题或一句话结论]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40680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D625E"/>
                </a:solidFill>
                <a:latin typeface="Microsoft YaHei"/>
              </a:rPr>
              <a:t>[汇报对象]  |  [日期]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5440680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A61B1B"/>
                </a:solidFill>
                <a:latin typeface="Microsoft YaHei"/>
              </a:rPr>
              <a:t>MARKET DIRECTOR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972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61B1B"/>
                </a:solidFill>
                <a:latin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98755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AF9F7"/>
                </a:solidFill>
                <a:latin typeface="Microsoft YaHei"/>
              </a:rPr>
              <a:t>[章节标题]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93268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EFE9E5"/>
                </a:solidFill>
                <a:latin typeface="Microsoft YaHei"/>
              </a:rPr>
              <a:t>[这一章节要回答的问题]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869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1A1A"/>
                </a:solidFill>
                <a:latin typeface="Microsoft YaHei"/>
              </a:rPr>
              <a:t>[结论式页面标题]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D625E"/>
                </a:solidFill>
                <a:latin typeface="Microsoft YaHei"/>
              </a:rPr>
              <a:t>[一句话说明本页为什么重要]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D625E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10945368" cy="22860"/>
          </a:xfrm>
          <a:prstGeom prst="rect">
            <a:avLst/>
          </a:prstGeom>
          <a:solidFill>
            <a:srgbClr val="EF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508760"/>
            <a:ext cx="69494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FE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6400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A1A1A"/>
                </a:solidFill>
                <a:latin typeface="Microsoft YaHei"/>
              </a:rPr>
              <a:t>[主要证据或图表区域]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33472"/>
            <a:ext cx="82296" cy="82296"/>
          </a:xfrm>
          <a:prstGeom prst="ellipse">
            <a:avLst/>
          </a:prstGeom>
          <a:solidFill>
            <a:srgbClr val="A6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14600"/>
            <a:ext cx="6053328" cy="688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1A1A"/>
                </a:solidFill>
                <a:latin typeface="Microsoft YaHei"/>
              </a:rPr>
              <a:t>[关键事实 1]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432047"/>
            <a:ext cx="82296" cy="82296"/>
          </a:xfrm>
          <a:prstGeom prst="ellipse">
            <a:avLst/>
          </a:prstGeom>
          <a:solidFill>
            <a:srgbClr val="A6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313175"/>
            <a:ext cx="6053328" cy="688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1A1A"/>
                </a:solidFill>
                <a:latin typeface="Microsoft YaHei"/>
              </a:rPr>
              <a:t>[关键事实 2]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230623"/>
            <a:ext cx="82296" cy="82296"/>
          </a:xfrm>
          <a:prstGeom prst="ellipse">
            <a:avLst/>
          </a:prstGeom>
          <a:solidFill>
            <a:srgbClr val="A6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111751"/>
            <a:ext cx="6053328" cy="688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1A1A"/>
                </a:solidFill>
                <a:latin typeface="Microsoft YaHei"/>
              </a:rPr>
              <a:t>[关键事实 3]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508760"/>
            <a:ext cx="3703320" cy="4526280"/>
          </a:xfrm>
          <a:prstGeom prst="roundRect">
            <a:avLst>
              <a:gd name="adj" fmla="val 8000"/>
            </a:avLst>
          </a:prstGeom>
          <a:solidFill>
            <a:srgbClr val="EF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828800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管理含义</a:t>
            </a:r>
          </a:p>
        </p:txBody>
      </p:sp>
      <p:sp>
        <p:nvSpPr>
          <p:cNvPr id="16" name="Oval 15"/>
          <p:cNvSpPr/>
          <p:nvPr/>
        </p:nvSpPr>
        <p:spPr>
          <a:xfrm>
            <a:off x="8183879" y="2587752"/>
            <a:ext cx="82296" cy="82296"/>
          </a:xfrm>
          <a:prstGeom prst="ellipse">
            <a:avLst/>
          </a:prstGeom>
          <a:solidFill>
            <a:srgbClr val="B3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2468880"/>
            <a:ext cx="2761488" cy="810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[判断]</a:t>
            </a:r>
          </a:p>
        </p:txBody>
      </p:sp>
      <p:sp>
        <p:nvSpPr>
          <p:cNvPr id="18" name="Oval 17"/>
          <p:cNvSpPr/>
          <p:nvPr/>
        </p:nvSpPr>
        <p:spPr>
          <a:xfrm>
            <a:off x="8183879" y="3508248"/>
            <a:ext cx="82296" cy="82296"/>
          </a:xfrm>
          <a:prstGeom prst="ellipse">
            <a:avLst/>
          </a:prstGeom>
          <a:solidFill>
            <a:srgbClr val="B3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3389376"/>
            <a:ext cx="2761488" cy="810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[建议行动]</a:t>
            </a:r>
          </a:p>
        </p:txBody>
      </p:sp>
      <p:sp>
        <p:nvSpPr>
          <p:cNvPr id="20" name="Oval 19"/>
          <p:cNvSpPr/>
          <p:nvPr/>
        </p:nvSpPr>
        <p:spPr>
          <a:xfrm>
            <a:off x="8183879" y="4428744"/>
            <a:ext cx="82296" cy="82296"/>
          </a:xfrm>
          <a:prstGeom prst="ellipse">
            <a:avLst/>
          </a:prstGeom>
          <a:solidFill>
            <a:srgbClr val="B3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4309872"/>
            <a:ext cx="2761488" cy="810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[责任人与期限]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D625E"/>
                </a:solidFill>
                <a:latin typeface="Microsoft YaHei"/>
              </a:rPr>
              <a:t>来源：[文件或链接]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97280"/>
            <a:ext cx="45720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Microsoft YaHei"/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20240"/>
            <a:ext cx="77724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6D625E"/>
                </a:solidFill>
                <a:latin typeface="Microsoft YaHei"/>
              </a:rPr>
              <a:t>[需要确认的决策与行动]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862072"/>
            <a:ext cx="82296" cy="82296"/>
          </a:xfrm>
          <a:prstGeom prst="ellipse">
            <a:avLst/>
          </a:prstGeom>
          <a:solidFill>
            <a:srgbClr val="A6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743200"/>
            <a:ext cx="7516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[行动 1]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630168"/>
            <a:ext cx="82296" cy="82296"/>
          </a:xfrm>
          <a:prstGeom prst="ellipse">
            <a:avLst/>
          </a:prstGeom>
          <a:solidFill>
            <a:srgbClr val="A6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511296"/>
            <a:ext cx="7516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[行动 2]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398264"/>
            <a:ext cx="82296" cy="82296"/>
          </a:xfrm>
          <a:prstGeom prst="ellipse">
            <a:avLst/>
          </a:prstGeom>
          <a:solidFill>
            <a:srgbClr val="A6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279392"/>
            <a:ext cx="7516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[行动 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5394960"/>
            <a:ext cx="2011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>
                <a:solidFill>
                  <a:srgbClr val="A61B1B"/>
                </a:solidFill>
                <a:latin typeface="Microsoft YaHei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地方政府合作方案</dc:title>
  <dc:subject>可编辑市场演示文稿模板</dc:subject>
  <dc:creator>市场总监工作台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